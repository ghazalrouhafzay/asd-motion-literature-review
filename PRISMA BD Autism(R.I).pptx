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995"/>
    <p:restoredTop sz="94695"/>
  </p:normalViewPr>
  <p:slideViewPr>
    <p:cSldViewPr snapToGrid="0">
      <p:cViewPr>
        <p:scale>
          <a:sx n="97" d="100"/>
          <a:sy n="97" d="100"/>
        </p:scale>
        <p:origin x="-40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EAADE-2915-56E0-B238-E0CBDE940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F01CA-B8BD-3E8D-FDEF-2A624BD72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3B788-3ED5-E22A-6DB8-692B11E0A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44C36-71DC-A11E-CAF0-292571C6F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461DC-D80D-5C10-4A3E-477B1673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6455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DBE33-9E91-AB0D-61F2-FE8D3BB0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93917-AB67-5CAB-2B90-ECFB62F5F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4ECEB-D2C7-6065-681A-8D0447463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886E1-CED7-746A-3D55-D37C14757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9C67-7D45-F6C3-D0AF-C84EC434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7028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4787B-97F9-4E9C-A710-BB80BE63E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95F73-CCB6-1AE4-1536-46E8B77A7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F9234-1B0A-03BE-4AE6-1003350C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97381-F4A6-48AE-B838-77100D2BA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987E9-C46F-0838-D15E-CC78B8B6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933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76912-3A42-C792-2CCC-10FFB50FC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88BD2-7BF0-A654-EBDB-5B41CF33B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E6451-E621-9221-D9E3-5B30DEEAF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517D2-D326-BB8F-E90D-EE69A2144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3E10B-34C9-8EE1-A6B9-C05773812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BFA17-4699-6396-AAB4-8188351B9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916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76005-493B-8F8F-EE5E-29C67F198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9CBF6-6991-F9D4-26BF-FDB48CBAD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6E129-5055-8139-A156-D4AEAB7D0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E41845-00DC-7A9E-DE65-4063100BCB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4F302C-11DE-FBD2-F309-3C212C84E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7848F8-A957-C583-1E48-D173D5613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AB8EA8-4894-96DB-4308-87CD11CF7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3DF719-23F0-0C3D-F758-CD0CA253C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1830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0273-FAD4-52A5-248E-DA6BBE8BF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2B7160-EF94-2999-B50E-19E0DBBB1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D077A-C09B-6BC7-F160-BCC5988A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F996-1BDD-37B3-01A5-E94DA857A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8153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3337E-7B8D-2DDB-625E-8C8128DB1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EEF40B-34B7-24BD-F148-65075C3A6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3F1E3-8405-3980-BA9F-0579A71F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8562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08097-C5B9-7F45-A310-B1E2BEBBD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4F562-26C7-7D42-44A3-3E5E63D4D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876CC-264B-1A25-F7EF-948F2D415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69181-9299-8759-5BB5-C8F149E9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EE60E-846F-954D-1524-3F173DD84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D876D-FE69-D24A-1A53-2310F8505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9036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C6AE7-DE50-DEA4-32D5-EAA7353BC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165E1F-239E-5BC9-DB33-7A10D367E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5EBAB0-6B05-27E1-18F4-3DD4C230B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5D3CC4-E248-8DFF-7225-30B9830D6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CBCE2-2A4C-4186-90A3-AC56DF41E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754C2-43B1-ACC3-C181-0ACAA31C7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8104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2FE3-6458-C441-49B5-BBBD6E696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6D368-3CF4-F407-95D9-F19533EE8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C5147-7B09-CC43-0FA3-54E3A59E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FB42F-4237-524B-C52B-B732355DF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9093-1857-803C-A34E-912B08276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477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6E2B38-57C2-B0B9-D024-72449FE37B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A45C0-0413-D74A-D369-36E1BEE54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C6C0C-C9B3-8445-2997-9458F667C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9447-30EC-4088-A437-3A6526CACD31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6778-FF1D-0F78-95A7-31990EF41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1B120-BCCA-B214-6E5E-55DA972C2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9526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3620A5-3C18-3CA9-6D19-DBC56DE8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788AC-6DBB-413C-C0B6-996E9CA8D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F2D20-FAC9-002B-2490-711910F534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639447-30EC-4088-A437-3A6526CACD31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25C81-1E5A-9851-96B4-591C420E26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795F2-7A3F-6AF2-D69C-ABF90E43B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970A58-00C3-4A57-80FE-287412DFF4F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4660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A25F7B-1EAB-DC8B-5CBF-A12828297434}"/>
              </a:ext>
            </a:extLst>
          </p:cNvPr>
          <p:cNvSpPr/>
          <p:nvPr/>
        </p:nvSpPr>
        <p:spPr>
          <a:xfrm>
            <a:off x="2825796" y="632557"/>
            <a:ext cx="6214610" cy="35406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studies through electronic databases.</a:t>
            </a:r>
            <a:endParaRPr lang="en-CA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B01835-0015-55E2-15DB-1911B8E34423}"/>
              </a:ext>
            </a:extLst>
          </p:cNvPr>
          <p:cNvSpPr/>
          <p:nvPr/>
        </p:nvSpPr>
        <p:spPr>
          <a:xfrm>
            <a:off x="2825796" y="1064275"/>
            <a:ext cx="363072" cy="163986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endParaRPr lang="en-CA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6C3762-5364-E127-7460-4FAB72E5A81C}"/>
              </a:ext>
            </a:extLst>
          </p:cNvPr>
          <p:cNvSpPr/>
          <p:nvPr/>
        </p:nvSpPr>
        <p:spPr>
          <a:xfrm>
            <a:off x="2825796" y="3041759"/>
            <a:ext cx="363072" cy="206225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B64BB6B-6F12-7805-EDA1-D3C6CBDA38F0}"/>
              </a:ext>
            </a:extLst>
          </p:cNvPr>
          <p:cNvSpPr/>
          <p:nvPr/>
        </p:nvSpPr>
        <p:spPr>
          <a:xfrm>
            <a:off x="2825796" y="5270955"/>
            <a:ext cx="363072" cy="99725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F2CC2-49DE-2FD6-447D-03BD866C4CDE}"/>
              </a:ext>
            </a:extLst>
          </p:cNvPr>
          <p:cNvSpPr/>
          <p:nvPr/>
        </p:nvSpPr>
        <p:spPr>
          <a:xfrm>
            <a:off x="3408771" y="1099777"/>
            <a:ext cx="2295206" cy="16398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Studies identified from PubMed(search strategy 1): n=36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Studies identified from 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Scopus (search strategy 2): n=119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Studies identified from 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IEEE Xplore (search strategy 3): n=13</a:t>
            </a:r>
            <a:endParaRPr lang="en-CA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Total records identified: n=168</a:t>
            </a:r>
          </a:p>
          <a:p>
            <a:pPr algn="ctr"/>
            <a:endParaRPr lang="en-CA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7CE605-A272-61AE-6A94-5D0063B448D8}"/>
              </a:ext>
            </a:extLst>
          </p:cNvPr>
          <p:cNvSpPr/>
          <p:nvPr/>
        </p:nvSpPr>
        <p:spPr>
          <a:xfrm>
            <a:off x="3400584" y="3036779"/>
            <a:ext cx="2295206" cy="3498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Studies screened on title and abstract: n=119</a:t>
            </a:r>
            <a:endParaRPr lang="en-CA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57EC90-FBDA-4E6A-AADE-F1E63527B7B7}"/>
              </a:ext>
            </a:extLst>
          </p:cNvPr>
          <p:cNvSpPr/>
          <p:nvPr/>
        </p:nvSpPr>
        <p:spPr>
          <a:xfrm>
            <a:off x="3400584" y="3713368"/>
            <a:ext cx="2295206" cy="4858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Studies Sought for retrieval: n=53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721275-861C-53C2-9661-0BE1FCD546F5}"/>
              </a:ext>
            </a:extLst>
          </p:cNvPr>
          <p:cNvSpPr/>
          <p:nvPr/>
        </p:nvSpPr>
        <p:spPr>
          <a:xfrm>
            <a:off x="3408771" y="4492753"/>
            <a:ext cx="2289069" cy="5605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Studies assessed for eligibility: n=53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B064A6-0387-235A-5259-42A937B766F5}"/>
              </a:ext>
            </a:extLst>
          </p:cNvPr>
          <p:cNvSpPr/>
          <p:nvPr/>
        </p:nvSpPr>
        <p:spPr>
          <a:xfrm>
            <a:off x="3408771" y="5351250"/>
            <a:ext cx="2295206" cy="8366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Studies include in review: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n=53</a:t>
            </a:r>
          </a:p>
          <a:p>
            <a:pPr algn="ctr"/>
            <a:endParaRPr lang="en-CA" sz="12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073045-30E7-5E21-B32A-B0A7A1512EB0}"/>
              </a:ext>
            </a:extLst>
          </p:cNvPr>
          <p:cNvSpPr/>
          <p:nvPr/>
        </p:nvSpPr>
        <p:spPr>
          <a:xfrm>
            <a:off x="6757373" y="4373187"/>
            <a:ext cx="2289069" cy="11484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CA" sz="12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Records excluded (n=66)</a:t>
            </a:r>
            <a:b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Reasons:</a:t>
            </a:r>
            <a:b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- Not movement/gait related</a:t>
            </a:r>
            <a:b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- Not ASD population</a:t>
            </a:r>
            <a:b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- Review papers</a:t>
            </a:r>
            <a:b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- No AI/ML</a:t>
            </a:r>
            <a:b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endParaRPr lang="en-CA" sz="12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2D54E1-6158-5E16-3132-E728998EE396}"/>
              </a:ext>
            </a:extLst>
          </p:cNvPr>
          <p:cNvSpPr/>
          <p:nvPr/>
        </p:nvSpPr>
        <p:spPr>
          <a:xfrm>
            <a:off x="6753481" y="3684683"/>
            <a:ext cx="2295206" cy="552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Studies not retrieved: n=0</a:t>
            </a:r>
            <a:endParaRPr lang="en-CA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1E3406-2E80-6D06-9CAC-9826F512C413}"/>
              </a:ext>
            </a:extLst>
          </p:cNvPr>
          <p:cNvSpPr/>
          <p:nvPr/>
        </p:nvSpPr>
        <p:spPr>
          <a:xfrm>
            <a:off x="6745199" y="2939273"/>
            <a:ext cx="2295206" cy="552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Records excluded after title and abstract screening (including “maybe” verification): n=66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585289-AD3D-68A3-22BC-3263F54F0C09}"/>
              </a:ext>
            </a:extLst>
          </p:cNvPr>
          <p:cNvSpPr/>
          <p:nvPr/>
        </p:nvSpPr>
        <p:spPr>
          <a:xfrm>
            <a:off x="6745199" y="1335174"/>
            <a:ext cx="2295206" cy="8177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Studies Removed before screening: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Times New Roman"/>
                <a:cs typeface="Times New Roman"/>
              </a:rPr>
              <a:t>Duplicate studies removed: </a:t>
            </a:r>
            <a:r>
              <a:rPr lang="en-CA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n=49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6E88D90-3451-A560-EB3F-36C7D5B159E7}"/>
              </a:ext>
            </a:extLst>
          </p:cNvPr>
          <p:cNvCxnSpPr>
            <a:cxnSpLocks/>
          </p:cNvCxnSpPr>
          <p:nvPr/>
        </p:nvCxnSpPr>
        <p:spPr>
          <a:xfrm>
            <a:off x="4556374" y="2739644"/>
            <a:ext cx="0" cy="269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3FFC9D5-79F6-7E32-DC2D-2C2F0D59A772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548187" y="3386583"/>
            <a:ext cx="0" cy="326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75751F-313A-4E97-E631-089DDC69E644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4548187" y="4199204"/>
            <a:ext cx="5119" cy="2935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359A276-D3C9-CA6B-E260-CFCED9BDCA50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4553306" y="5053261"/>
            <a:ext cx="3068" cy="297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1E44263-0AE7-1EF6-731F-16840A8D1123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5703977" y="1736361"/>
            <a:ext cx="1041222" cy="7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7898BA0-9ABC-4E33-8CB8-6FB5ADCA3D89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5695790" y="3211681"/>
            <a:ext cx="1049409" cy="3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61812E7-2A27-5E88-E985-702A264CF2AD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5695790" y="3956286"/>
            <a:ext cx="1057691" cy="4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74E2DDE-AD26-BDC7-BCEB-1CDAA0B3E740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5697840" y="4773007"/>
            <a:ext cx="1042245" cy="85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B6F43E7-F795-F492-4359-6E2763458114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7890756" y="2159655"/>
            <a:ext cx="2046" cy="779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04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1575</TotalTime>
  <Words>157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asal rouhafzay</dc:creator>
  <cp:lastModifiedBy>Imane Rachidi</cp:lastModifiedBy>
  <cp:revision>48</cp:revision>
  <dcterms:created xsi:type="dcterms:W3CDTF">2024-05-09T11:53:06Z</dcterms:created>
  <dcterms:modified xsi:type="dcterms:W3CDTF">2026-04-07T19:00:45Z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689301-32b1-463b-ba86-10202492460a_Enabled">
    <vt:lpwstr>true</vt:lpwstr>
  </property>
  <property fmtid="{D5CDD505-2E9C-101B-9397-08002B2CF9AE}" pid="3" name="MSIP_Label_d0689301-32b1-463b-ba86-10202492460a_SetDate">
    <vt:lpwstr>2026-03-05T22:00:37Z</vt:lpwstr>
  </property>
  <property fmtid="{D5CDD505-2E9C-101B-9397-08002B2CF9AE}" pid="4" name="MSIP_Label_d0689301-32b1-463b-ba86-10202492460a_Method">
    <vt:lpwstr>Standard</vt:lpwstr>
  </property>
  <property fmtid="{D5CDD505-2E9C-101B-9397-08002B2CF9AE}" pid="5" name="MSIP_Label_d0689301-32b1-463b-ba86-10202492460a_Name">
    <vt:lpwstr>defa4170-0d19-0005-0003-bc88714345d2</vt:lpwstr>
  </property>
  <property fmtid="{D5CDD505-2E9C-101B-9397-08002B2CF9AE}" pid="6" name="MSIP_Label_d0689301-32b1-463b-ba86-10202492460a_SiteId">
    <vt:lpwstr>810c295f-e817-4c4e-8996-9b66369b8012</vt:lpwstr>
  </property>
  <property fmtid="{D5CDD505-2E9C-101B-9397-08002B2CF9AE}" pid="7" name="MSIP_Label_d0689301-32b1-463b-ba86-10202492460a_ActionId">
    <vt:lpwstr>f09d915b-56e5-4788-ab08-d2d8046cc98a</vt:lpwstr>
  </property>
  <property fmtid="{D5CDD505-2E9C-101B-9397-08002B2CF9AE}" pid="8" name="MSIP_Label_d0689301-32b1-463b-ba86-10202492460a_ContentBits">
    <vt:lpwstr>0</vt:lpwstr>
  </property>
  <property fmtid="{D5CDD505-2E9C-101B-9397-08002B2CF9AE}" pid="9" name="MSIP_Label_d0689301-32b1-463b-ba86-10202492460a_Tag">
    <vt:lpwstr>10, 3, 0, 1</vt:lpwstr>
  </property>
</Properties>
</file>