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00"/>
    <a:srgbClr val="F3F01A"/>
    <a:srgbClr val="EBE3FF"/>
    <a:srgbClr val="622B8C"/>
    <a:srgbClr val="FFEEB7"/>
    <a:srgbClr val="837CD0"/>
    <a:srgbClr val="E5B8EC"/>
    <a:srgbClr val="F8ECFF"/>
    <a:srgbClr val="EFC4E5"/>
    <a:srgbClr val="F4A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682"/>
  </p:normalViewPr>
  <p:slideViewPr>
    <p:cSldViewPr snapToGrid="0">
      <p:cViewPr>
        <p:scale>
          <a:sx n="113" d="100"/>
          <a:sy n="113" d="100"/>
        </p:scale>
        <p:origin x="108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4EE9C-3DF4-934B-9006-DF4F38A4979B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B2B19-8882-C94E-8491-7AB5903A6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94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B2B19-8882-C94E-8491-7AB5903A69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8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B124-5623-7248-9441-6E67E0A4E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7E61D-89D0-2223-E2D5-6D7F9015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F517F-1330-9E67-E077-81E96D2B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1D35-4B06-6357-CFCE-36BFC5AA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E355-BA13-387C-0419-7FA0A1BE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0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FD06-B51E-FB31-5A60-6B9132D9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405E-CB76-DCFD-A7F0-0DEBAA473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3FED-52A2-1AE6-D4A2-115B293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8C7EC-CE1C-77D4-CB9F-6C818A65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D09E-A7FA-6FC5-C998-AB81C02A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5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7237-5B94-CDCE-15F4-78CE9721D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CF61D-F10B-2D47-4D25-596E0F16A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7AA55-87BA-A530-901D-1029400B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F45B-71DC-C1DB-E3AF-EB7FEAB2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9A529-B28B-08D5-BC57-683ECBDD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C83C-7282-A516-40F0-00DC66A5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BD4FC-F520-7504-3AE3-0E49D33BD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62FC-E38E-13A1-1235-8D3E30D3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99D2B-14F0-BEB0-51F6-9BAE0E4F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1336C-9C1F-F3BD-A3C8-ABEDDE6B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9E9C3-90DA-B9FF-15BC-77A0CA29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3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400F-25B5-3D32-0EC1-A8B0912A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204-FD62-96A7-A2CA-7BD127B3A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D904A-624C-1823-3267-3E0195DD3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EA57B-31E0-D0C6-0CA8-DC7B07CEF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E6877-2BD8-2B68-31D6-C5BCF95DD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B741E-87A1-4F9D-0B99-79AAB5D5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53C7-CE94-7247-5625-8CB02F71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EF931-3201-86DA-83F2-379D8ECB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8DF8-C429-A9A7-4339-619B8E5E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0F49C-1D5A-CD76-1762-D94BB3E2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962AC-249B-A817-E5D5-80507091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FD185-E366-FE73-E4EE-BBEC6A0D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0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D70EC-5EA2-21EB-9BDF-E85A931B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68067-6A65-BE94-361C-7D88E407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9661-7B91-DDF8-EE57-7E3DDAC8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FF85-5210-7AF8-34F8-6D5E564B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7BF2-1FF4-B99C-2B8D-58960CD7F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4E559-33A3-E39C-2CE4-AF9D3CE07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F4CC9-8FC8-86AA-78B5-E0ADC0C9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CD77B-5D91-75FC-874D-DAC524A2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F8369-CF67-C743-364B-BC51F2F0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8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B56E-A38F-33AC-702A-F694C81D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4592C-B54F-998A-8041-EC727308A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3B44D-C09B-F5E8-96AB-735B9BB4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454E9-4490-E2B4-F55C-2244F12A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BD6A1-84A4-EE80-E469-6DB23617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327B8-74D8-53F4-B052-04B0CD93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6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2B59-72B1-C77D-8A0F-808821D4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0C936-AAF5-3189-C918-2486551B1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E175E-8C56-3202-6FE2-EFEA4E1A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2DDF-04A4-5CC0-7781-C84E547C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04E63-CD85-0B14-EEEB-C1400680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5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B4C39-477C-0E9E-FD64-7A880A4BF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9F97A-94C9-AAB0-B8D7-0BC6C88A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AB900-357D-E9F4-D336-B97B9BD1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F8DB-E94E-CAFF-5F8B-9CB7E570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72325-7397-22C8-6BAA-0DBB73CD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8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327B1-9F2B-EF2A-62B2-973E86B4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4882-C940-F8ED-0693-852BE4218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8A10-F06D-2046-78C9-464D3182F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DB16A-FA11-CDDA-18BC-9577CCFCB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C126-0673-0447-DB98-B6DD2101C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C63E0616-E7BD-0E8B-9279-86FD9334F783}"/>
              </a:ext>
            </a:extLst>
          </p:cNvPr>
          <p:cNvSpPr/>
          <p:nvPr/>
        </p:nvSpPr>
        <p:spPr>
          <a:xfrm>
            <a:off x="2762296" y="315335"/>
            <a:ext cx="350982" cy="169606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Identification</a:t>
            </a:r>
            <a:endParaRPr lang="en-CA" sz="14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23F1B7DC-AA00-70D7-8D0B-6585F54980D9}"/>
              </a:ext>
            </a:extLst>
          </p:cNvPr>
          <p:cNvSpPr/>
          <p:nvPr/>
        </p:nvSpPr>
        <p:spPr>
          <a:xfrm>
            <a:off x="2762295" y="2198048"/>
            <a:ext cx="350978" cy="138665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6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Screening</a:t>
            </a:r>
            <a:endParaRPr lang="en-CA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4BD00757-67CE-F50F-DC4F-53E1A81CA46D}"/>
              </a:ext>
            </a:extLst>
          </p:cNvPr>
          <p:cNvSpPr/>
          <p:nvPr/>
        </p:nvSpPr>
        <p:spPr>
          <a:xfrm>
            <a:off x="2742417" y="3746685"/>
            <a:ext cx="350977" cy="15007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Eligibility</a:t>
            </a:r>
            <a:endParaRPr lang="en-CA" sz="16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3">
            <a:extLst>
              <a:ext uri="{FF2B5EF4-FFF2-40B4-BE49-F238E27FC236}">
                <a16:creationId xmlns:a16="http://schemas.microsoft.com/office/drawing/2014/main" id="{6447B4B7-2F81-785A-4CEF-08268C3FC42D}"/>
              </a:ext>
            </a:extLst>
          </p:cNvPr>
          <p:cNvSpPr/>
          <p:nvPr/>
        </p:nvSpPr>
        <p:spPr>
          <a:xfrm rot="5400000">
            <a:off x="4221104" y="-61926"/>
            <a:ext cx="1306653" cy="2840005"/>
          </a:xfrm>
          <a:prstGeom prst="roundRect">
            <a:avLst/>
          </a:prstGeom>
          <a:solidFill>
            <a:srgbClr val="F8EC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rgbClr val="622B8C"/>
                </a:solidFill>
                <a:latin typeface="+mj-lt"/>
                <a:cs typeface="Times New Roman"/>
              </a:rPr>
              <a:t>      Studies identified from databases</a:t>
            </a:r>
          </a:p>
          <a:p>
            <a:pPr algn="ctr"/>
            <a:r>
              <a:rPr lang="en-CA" sz="1200" b="1" dirty="0">
                <a:solidFill>
                  <a:srgbClr val="622B8C"/>
                </a:solidFill>
                <a:latin typeface="+mj-lt"/>
                <a:cs typeface="Times New Roman"/>
              </a:rPr>
              <a:t>     (n = 168) </a:t>
            </a:r>
          </a:p>
          <a:p>
            <a:pPr algn="ctr"/>
            <a:r>
              <a:rPr lang="en-CA" sz="1200" dirty="0">
                <a:solidFill>
                  <a:srgbClr val="622B8C"/>
                </a:solidFill>
                <a:latin typeface="+mj-lt"/>
                <a:cs typeface="Times New Roman"/>
              </a:rPr>
              <a:t>--------------------------------------------------           </a:t>
            </a:r>
            <a:r>
              <a:rPr lang="en-CA" sz="1200" dirty="0" err="1">
                <a:solidFill>
                  <a:schemeClr val="tx1"/>
                </a:solidFill>
                <a:latin typeface="+mj-lt"/>
                <a:cs typeface="Times New Roman"/>
              </a:rPr>
              <a:t>Pubmed</a:t>
            </a: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(n = 36)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Scopus        (n = 119)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IEE Xplore   (n = 13)</a:t>
            </a:r>
          </a:p>
        </p:txBody>
      </p: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D66179B6-EF87-A9B5-A7DA-1B6D2E9D38A6}"/>
              </a:ext>
            </a:extLst>
          </p:cNvPr>
          <p:cNvSpPr/>
          <p:nvPr/>
        </p:nvSpPr>
        <p:spPr>
          <a:xfrm rot="5400000">
            <a:off x="8010005" y="279488"/>
            <a:ext cx="612800" cy="2281807"/>
          </a:xfrm>
          <a:prstGeom prst="roundRect">
            <a:avLst/>
          </a:prstGeom>
          <a:solidFill>
            <a:srgbClr val="F8EC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       </a:t>
            </a:r>
            <a:r>
              <a:rPr lang="en-CA" sz="1200" b="1" dirty="0">
                <a:solidFill>
                  <a:srgbClr val="7030A0"/>
                </a:solidFill>
                <a:latin typeface="+mj-lt"/>
                <a:cs typeface="Times New Roman"/>
              </a:rPr>
              <a:t>Duplicate studies removed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(n = 50)</a:t>
            </a:r>
          </a:p>
        </p:txBody>
      </p:sp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51A3751D-653F-60BF-488F-CDA2913150BE}"/>
              </a:ext>
            </a:extLst>
          </p:cNvPr>
          <p:cNvSpPr/>
          <p:nvPr/>
        </p:nvSpPr>
        <p:spPr>
          <a:xfrm rot="5400000">
            <a:off x="4578913" y="1455062"/>
            <a:ext cx="717976" cy="2713059"/>
          </a:xfrm>
          <a:prstGeom prst="roundRect">
            <a:avLst/>
          </a:prstGeom>
          <a:solidFill>
            <a:srgbClr val="FCFFE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   Studies screened on title and abstract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118)</a:t>
            </a:r>
            <a:endParaRPr lang="en-CA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49BC337B-C25A-6A30-0F30-2E7E717BE7D5}"/>
              </a:ext>
            </a:extLst>
          </p:cNvPr>
          <p:cNvSpPr/>
          <p:nvPr/>
        </p:nvSpPr>
        <p:spPr>
          <a:xfrm rot="5400000">
            <a:off x="7743743" y="1457020"/>
            <a:ext cx="1159179" cy="2267948"/>
          </a:xfrm>
          <a:prstGeom prst="roundRect">
            <a:avLst/>
          </a:prstGeom>
          <a:solidFill>
            <a:srgbClr val="FCFFE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         Records excluded after   title and abstract screening (including “maybe” verification) </a:t>
            </a:r>
            <a:br>
              <a:rPr lang="en-CA" sz="120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78)</a:t>
            </a:r>
          </a:p>
        </p:txBody>
      </p:sp>
      <p:sp>
        <p:nvSpPr>
          <p:cNvPr id="29" name="Rectangle: Rounded Corners 5">
            <a:extLst>
              <a:ext uri="{FF2B5EF4-FFF2-40B4-BE49-F238E27FC236}">
                <a16:creationId xmlns:a16="http://schemas.microsoft.com/office/drawing/2014/main" id="{AC93148A-DF3F-9A15-7EA7-851F055C9680}"/>
              </a:ext>
            </a:extLst>
          </p:cNvPr>
          <p:cNvSpPr/>
          <p:nvPr/>
        </p:nvSpPr>
        <p:spPr>
          <a:xfrm rot="5400000">
            <a:off x="4650719" y="4842940"/>
            <a:ext cx="701308" cy="258611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rgbClr val="002060"/>
                </a:solidFill>
                <a:latin typeface="+mj-lt"/>
                <a:cs typeface="Times New Roman"/>
              </a:rPr>
              <a:t>Studies included in review: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37)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BF816E-852B-0F75-B618-8663AD017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103" y="776568"/>
            <a:ext cx="269501" cy="305381"/>
          </a:xfrm>
          <a:prstGeom prst="rect">
            <a:avLst/>
          </a:prstGeom>
        </p:spPr>
      </p:pic>
      <p:pic>
        <p:nvPicPr>
          <p:cNvPr id="56" name="Picture 5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C0339A1-734E-6CBE-E104-2ACF892D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5061" y="1616795"/>
            <a:ext cx="50362" cy="50362"/>
          </a:xfrm>
          <a:prstGeom prst="rect">
            <a:avLst/>
          </a:prstGeom>
        </p:spPr>
      </p:pic>
      <p:pic>
        <p:nvPicPr>
          <p:cNvPr id="57" name="Picture 5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349F636-8008-EB18-C84B-594814D81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2189" y="1441387"/>
            <a:ext cx="50362" cy="50362"/>
          </a:xfrm>
          <a:prstGeom prst="rect">
            <a:avLst/>
          </a:prstGeom>
        </p:spPr>
      </p:pic>
      <p:pic>
        <p:nvPicPr>
          <p:cNvPr id="59" name="Picture 5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4A8A05-3F1B-B007-315C-9191DC871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2189" y="1795073"/>
            <a:ext cx="50362" cy="50362"/>
          </a:xfrm>
          <a:prstGeom prst="rect">
            <a:avLst/>
          </a:prstGeom>
        </p:spPr>
      </p:pic>
      <p:pic>
        <p:nvPicPr>
          <p:cNvPr id="63" name="Picture 6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76C9C2-CC9F-8119-101A-91DF73C2D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112" y="1218589"/>
            <a:ext cx="273160" cy="273160"/>
          </a:xfrm>
          <a:prstGeom prst="rect">
            <a:avLst/>
          </a:prstGeom>
        </p:spPr>
      </p:pic>
      <p:pic>
        <p:nvPicPr>
          <p:cNvPr id="70" name="Graphic 69" descr="Arrow Right with solid fill">
            <a:extLst>
              <a:ext uri="{FF2B5EF4-FFF2-40B4-BE49-F238E27FC236}">
                <a16:creationId xmlns:a16="http://schemas.microsoft.com/office/drawing/2014/main" id="{1E9F6ED1-4D46-C04B-14F3-BEA46604F4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4778454" y="2126083"/>
            <a:ext cx="305032" cy="274251"/>
          </a:xfrm>
          <a:prstGeom prst="rect">
            <a:avLst/>
          </a:prstGeom>
        </p:spPr>
      </p:pic>
      <p:pic>
        <p:nvPicPr>
          <p:cNvPr id="81" name="Picture 8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06AE2B-75C3-61A3-D0B9-9157B68E1F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319258" y="2140231"/>
            <a:ext cx="292980" cy="259236"/>
          </a:xfrm>
          <a:prstGeom prst="rect">
            <a:avLst/>
          </a:prstGeom>
        </p:spPr>
      </p:pic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2E672868-53EB-8F26-7367-4C040C0A7B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4725354" y="3310099"/>
            <a:ext cx="425093" cy="237802"/>
          </a:xfrm>
          <a:prstGeom prst="rect">
            <a:avLst/>
          </a:prstGeom>
        </p:spPr>
      </p:pic>
      <p:sp>
        <p:nvSpPr>
          <p:cNvPr id="84" name="Rectangle: Rounded Corners 5">
            <a:extLst>
              <a:ext uri="{FF2B5EF4-FFF2-40B4-BE49-F238E27FC236}">
                <a16:creationId xmlns:a16="http://schemas.microsoft.com/office/drawing/2014/main" id="{F9D744F2-740E-4594-AE6C-40EFA63E83AE}"/>
              </a:ext>
            </a:extLst>
          </p:cNvPr>
          <p:cNvSpPr/>
          <p:nvPr/>
        </p:nvSpPr>
        <p:spPr>
          <a:xfrm>
            <a:off x="2726101" y="5434069"/>
            <a:ext cx="350977" cy="1354357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Including</a:t>
            </a:r>
          </a:p>
        </p:txBody>
      </p:sp>
      <p:sp>
        <p:nvSpPr>
          <p:cNvPr id="87" name="Rectangle: Rounded Corners 5">
            <a:extLst>
              <a:ext uri="{FF2B5EF4-FFF2-40B4-BE49-F238E27FC236}">
                <a16:creationId xmlns:a16="http://schemas.microsoft.com/office/drawing/2014/main" id="{8395E0A9-3A4E-AE5B-3CE5-1A49F01D5F06}"/>
              </a:ext>
            </a:extLst>
          </p:cNvPr>
          <p:cNvSpPr/>
          <p:nvPr/>
        </p:nvSpPr>
        <p:spPr>
          <a:xfrm rot="5400000">
            <a:off x="4706445" y="2689290"/>
            <a:ext cx="589856" cy="2586116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Studies Sought for retrieval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(n = 40)</a:t>
            </a:r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F0C01B8-FD11-2298-2ED3-484841508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5633" y="2576226"/>
            <a:ext cx="504491" cy="274252"/>
          </a:xfrm>
          <a:prstGeom prst="rect">
            <a:avLst/>
          </a:prstGeom>
        </p:spPr>
      </p:pic>
      <p:pic>
        <p:nvPicPr>
          <p:cNvPr id="93" name="Graphic 92" descr="Arrow Right with solid fill">
            <a:extLst>
              <a:ext uri="{FF2B5EF4-FFF2-40B4-BE49-F238E27FC236}">
                <a16:creationId xmlns:a16="http://schemas.microsoft.com/office/drawing/2014/main" id="{10A3F6AB-6425-45F3-9DF1-6387E6B38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5633" y="1299832"/>
            <a:ext cx="504491" cy="274252"/>
          </a:xfrm>
          <a:prstGeom prst="rect">
            <a:avLst/>
          </a:prstGeom>
        </p:spPr>
      </p:pic>
      <p:sp>
        <p:nvSpPr>
          <p:cNvPr id="95" name="Rectangle: Rounded Corners 5">
            <a:extLst>
              <a:ext uri="{FF2B5EF4-FFF2-40B4-BE49-F238E27FC236}">
                <a16:creationId xmlns:a16="http://schemas.microsoft.com/office/drawing/2014/main" id="{EA9DBB06-FBB5-AA27-8C4E-C24F3914B0B4}"/>
              </a:ext>
            </a:extLst>
          </p:cNvPr>
          <p:cNvSpPr/>
          <p:nvPr/>
        </p:nvSpPr>
        <p:spPr>
          <a:xfrm rot="5400000">
            <a:off x="7700487" y="2746096"/>
            <a:ext cx="1231831" cy="2281809"/>
          </a:xfrm>
          <a:prstGeom prst="roundRect">
            <a:avLst/>
          </a:prstGeom>
          <a:solidFill>
            <a:srgbClr val="E2FFDD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Reports not retrieved </a:t>
            </a:r>
          </a:p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(n = 3 )</a:t>
            </a:r>
            <a:b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</a:br>
            <a:r>
              <a:rPr lang="en-CA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text unavailable after institutional access checks and additional search attempts.</a:t>
            </a:r>
            <a:endParaRPr lang="en-CA" sz="1200" dirty="0">
              <a:solidFill>
                <a:schemeClr val="tx1"/>
              </a:solidFill>
              <a:latin typeface="+mj-lt"/>
              <a:cs typeface="Times New Roman"/>
            </a:endParaRPr>
          </a:p>
        </p:txBody>
      </p:sp>
      <p:pic>
        <p:nvPicPr>
          <p:cNvPr id="99" name="Picture 9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92A3707-9E7D-DE41-5B39-BC3996EABE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019" y="3423826"/>
            <a:ext cx="274253" cy="274253"/>
          </a:xfrm>
          <a:prstGeom prst="rect">
            <a:avLst/>
          </a:prstGeom>
        </p:spPr>
      </p:pic>
      <p:pic>
        <p:nvPicPr>
          <p:cNvPr id="100" name="Graphic 99" descr="Arrow Right with solid fill">
            <a:extLst>
              <a:ext uri="{FF2B5EF4-FFF2-40B4-BE49-F238E27FC236}">
                <a16:creationId xmlns:a16="http://schemas.microsoft.com/office/drawing/2014/main" id="{C7196E1A-93A9-2014-8E3D-80FD46E5BE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53" y="3788876"/>
            <a:ext cx="504491" cy="274252"/>
          </a:xfrm>
          <a:prstGeom prst="rect">
            <a:avLst/>
          </a:prstGeom>
        </p:spPr>
      </p:pic>
      <p:sp>
        <p:nvSpPr>
          <p:cNvPr id="101" name="Rectangle: Rounded Corners 5">
            <a:extLst>
              <a:ext uri="{FF2B5EF4-FFF2-40B4-BE49-F238E27FC236}">
                <a16:creationId xmlns:a16="http://schemas.microsoft.com/office/drawing/2014/main" id="{55E463A0-1052-DFE7-205E-32FEAC8C54A9}"/>
              </a:ext>
            </a:extLst>
          </p:cNvPr>
          <p:cNvSpPr/>
          <p:nvPr/>
        </p:nvSpPr>
        <p:spPr>
          <a:xfrm rot="5400000">
            <a:off x="4706445" y="3621507"/>
            <a:ext cx="589856" cy="2586116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Studies assessed for eligibility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37) </a:t>
            </a:r>
          </a:p>
        </p:txBody>
      </p:sp>
      <p:pic>
        <p:nvPicPr>
          <p:cNvPr id="102" name="Graphic 101" descr="Arrow Right with solid fill">
            <a:extLst>
              <a:ext uri="{FF2B5EF4-FFF2-40B4-BE49-F238E27FC236}">
                <a16:creationId xmlns:a16="http://schemas.microsoft.com/office/drawing/2014/main" id="{22F65A7D-00B3-7E52-5282-97828137C6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>
            <a:off x="4817280" y="4348039"/>
            <a:ext cx="227378" cy="201349"/>
          </a:xfrm>
          <a:prstGeom prst="rect">
            <a:avLst/>
          </a:prstGeom>
        </p:spPr>
      </p:pic>
      <p:pic>
        <p:nvPicPr>
          <p:cNvPr id="104" name="Picture 10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C14D760-3EC7-D319-533A-73FBBEAB8D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80436" y="2493753"/>
            <a:ext cx="289316" cy="289316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C227AB18-2034-A6D6-9F05-EB094523EA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54106" y="3757189"/>
            <a:ext cx="252631" cy="252631"/>
          </a:xfrm>
          <a:prstGeom prst="rect">
            <a:avLst/>
          </a:prstGeom>
        </p:spPr>
      </p:pic>
      <p:pic>
        <p:nvPicPr>
          <p:cNvPr id="109" name="Picture 10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2B2E3AE-F41E-2C87-822A-9FC077620D5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44533" y="4701473"/>
            <a:ext cx="271527" cy="271527"/>
          </a:xfrm>
          <a:prstGeom prst="rect">
            <a:avLst/>
          </a:prstGeom>
        </p:spPr>
      </p:pic>
      <p:pic>
        <p:nvPicPr>
          <p:cNvPr id="111" name="Picture 1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990A3E7-4365-5EA0-D9E6-CDF637F17C8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75254" y="5870441"/>
            <a:ext cx="240806" cy="240806"/>
          </a:xfrm>
          <a:prstGeom prst="rect">
            <a:avLst/>
          </a:prstGeom>
        </p:spPr>
      </p:pic>
      <p:sp>
        <p:nvSpPr>
          <p:cNvPr id="112" name="Rectangle: Rounded Corners 5">
            <a:extLst>
              <a:ext uri="{FF2B5EF4-FFF2-40B4-BE49-F238E27FC236}">
                <a16:creationId xmlns:a16="http://schemas.microsoft.com/office/drawing/2014/main" id="{04D068C2-AD80-6B72-14F3-BE5AF3AAC59E}"/>
              </a:ext>
            </a:extLst>
          </p:cNvPr>
          <p:cNvSpPr/>
          <p:nvPr/>
        </p:nvSpPr>
        <p:spPr>
          <a:xfrm rot="5400000">
            <a:off x="7566033" y="4320738"/>
            <a:ext cx="1500739" cy="2281809"/>
          </a:xfrm>
          <a:prstGeom prst="roundRect">
            <a:avLst/>
          </a:prstGeom>
          <a:solidFill>
            <a:srgbClr val="E2FFDD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            Records excluded</a:t>
            </a:r>
          </a:p>
          <a:p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                          (n = 78)</a:t>
            </a:r>
            <a:br>
              <a:rPr lang="en-CA" sz="1200" b="1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b="1" dirty="0">
                <a:solidFill>
                  <a:schemeClr val="tx1"/>
                </a:solidFill>
                <a:latin typeface="+mj-lt"/>
                <a:cs typeface="Times New Roman"/>
              </a:rPr>
              <a:t>   </a:t>
            </a: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Reasons: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Not movement/gait related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Not ASD population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Review papers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 AI/ML</a:t>
            </a:r>
          </a:p>
        </p:txBody>
      </p:sp>
      <p:pic>
        <p:nvPicPr>
          <p:cNvPr id="113" name="Picture 1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D9AD3A-A4D1-8495-75F0-409364A31D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269729" y="4864437"/>
            <a:ext cx="292980" cy="259236"/>
          </a:xfrm>
          <a:prstGeom prst="rect">
            <a:avLst/>
          </a:prstGeom>
        </p:spPr>
      </p:pic>
      <p:pic>
        <p:nvPicPr>
          <p:cNvPr id="114" name="Picture 1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D338023-7289-1971-C05E-71C2072E6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9019" y="5442237"/>
            <a:ext cx="50362" cy="50362"/>
          </a:xfrm>
          <a:prstGeom prst="rect">
            <a:avLst/>
          </a:prstGeom>
        </p:spPr>
      </p:pic>
      <p:pic>
        <p:nvPicPr>
          <p:cNvPr id="115" name="Picture 1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F400F9-5F50-A3BA-D9D7-1DFBF0DD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8896" y="5625428"/>
            <a:ext cx="50362" cy="50362"/>
          </a:xfrm>
          <a:prstGeom prst="rect">
            <a:avLst/>
          </a:prstGeom>
        </p:spPr>
      </p:pic>
      <p:pic>
        <p:nvPicPr>
          <p:cNvPr id="116" name="Picture 1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7253D83-71B4-733D-5403-C5BFBBB1D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72829" y="5800377"/>
            <a:ext cx="50362" cy="50362"/>
          </a:xfrm>
          <a:prstGeom prst="rect">
            <a:avLst/>
          </a:prstGeom>
        </p:spPr>
      </p:pic>
      <p:pic>
        <p:nvPicPr>
          <p:cNvPr id="117" name="Picture 1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DDEA9FA-9ADC-BB1E-E117-7895E2A14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72706" y="5983568"/>
            <a:ext cx="50362" cy="50362"/>
          </a:xfrm>
          <a:prstGeom prst="rect">
            <a:avLst/>
          </a:prstGeom>
        </p:spPr>
      </p:pic>
      <p:pic>
        <p:nvPicPr>
          <p:cNvPr id="119" name="Graphic 118" descr="Arrow Right with solid fill">
            <a:extLst>
              <a:ext uri="{FF2B5EF4-FFF2-40B4-BE49-F238E27FC236}">
                <a16:creationId xmlns:a16="http://schemas.microsoft.com/office/drawing/2014/main" id="{D4A20B76-D9C7-9A6D-626E-797C2B1AB5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54" y="4825804"/>
            <a:ext cx="504491" cy="274252"/>
          </a:xfrm>
          <a:prstGeom prst="rect">
            <a:avLst/>
          </a:prstGeom>
        </p:spPr>
      </p:pic>
      <p:pic>
        <p:nvPicPr>
          <p:cNvPr id="122" name="Graphic 121" descr="Arrow Right with solid fill">
            <a:extLst>
              <a:ext uri="{FF2B5EF4-FFF2-40B4-BE49-F238E27FC236}">
                <a16:creationId xmlns:a16="http://schemas.microsoft.com/office/drawing/2014/main" id="{A25D245A-923F-1E35-3A85-C5EDDB28C9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5400000">
            <a:off x="4711378" y="5380840"/>
            <a:ext cx="425093" cy="237802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0EDBD8E8-B585-9790-2585-6F8753A216A5}"/>
              </a:ext>
            </a:extLst>
          </p:cNvPr>
          <p:cNvSpPr txBox="1"/>
          <p:nvPr/>
        </p:nvSpPr>
        <p:spPr>
          <a:xfrm>
            <a:off x="3357723" y="148806"/>
            <a:ext cx="6099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Identification of studies through electronic databases.</a:t>
            </a:r>
            <a:endParaRPr lang="en-CA" sz="20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26" name="Picture 125" descr="A blue and black target with an arrow&#10;&#10;AI-generated content may be incorrect.">
            <a:extLst>
              <a:ext uri="{FF2B5EF4-FFF2-40B4-BE49-F238E27FC236}">
                <a16:creationId xmlns:a16="http://schemas.microsoft.com/office/drawing/2014/main" id="{499939D0-1C64-9B6C-DB9E-5A779C32E41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02565" y="5456387"/>
            <a:ext cx="237803" cy="237803"/>
          </a:xfrm>
          <a:prstGeom prst="rect">
            <a:avLst/>
          </a:prstGeom>
        </p:spPr>
      </p:pic>
      <p:pic>
        <p:nvPicPr>
          <p:cNvPr id="128" name="Picture 127" descr="A clipboard with a paper on it&#10;&#10;AI-generated content may be incorrect.">
            <a:extLst>
              <a:ext uri="{FF2B5EF4-FFF2-40B4-BE49-F238E27FC236}">
                <a16:creationId xmlns:a16="http://schemas.microsoft.com/office/drawing/2014/main" id="{D8E3B8EB-6BAD-A4C0-D732-34605C39B84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71559" y="3760449"/>
            <a:ext cx="329109" cy="329109"/>
          </a:xfrm>
          <a:prstGeom prst="rect">
            <a:avLst/>
          </a:prstGeom>
        </p:spPr>
      </p:pic>
      <p:pic>
        <p:nvPicPr>
          <p:cNvPr id="130" name="Picture 129" descr="A magnifying glass with a red circle&#10;&#10;AI-generated content may be incorrect.">
            <a:extLst>
              <a:ext uri="{FF2B5EF4-FFF2-40B4-BE49-F238E27FC236}">
                <a16:creationId xmlns:a16="http://schemas.microsoft.com/office/drawing/2014/main" id="{9E1E35B4-9BEE-2927-09CB-976E4B85434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00102" y="348861"/>
            <a:ext cx="272022" cy="272022"/>
          </a:xfrm>
          <a:prstGeom prst="rect">
            <a:avLst/>
          </a:prstGeom>
        </p:spPr>
      </p:pic>
      <p:pic>
        <p:nvPicPr>
          <p:cNvPr id="134" name="Picture 133" descr="A magnifying glass on a paper&#10;&#10;AI-generated content may be incorrect.">
            <a:extLst>
              <a:ext uri="{FF2B5EF4-FFF2-40B4-BE49-F238E27FC236}">
                <a16:creationId xmlns:a16="http://schemas.microsoft.com/office/drawing/2014/main" id="{FACF5322-BB1D-019F-4E08-83EF432CCDD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62492" y="2206666"/>
            <a:ext cx="242155" cy="24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173</Words>
  <Application>Microsoft Macintosh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Imane Rachidi</dc:creator>
  <cp:lastModifiedBy>Imane Rachidi</cp:lastModifiedBy>
  <cp:revision>7</cp:revision>
  <dcterms:created xsi:type="dcterms:W3CDTF">2026-04-24T19:22:26Z</dcterms:created>
  <dcterms:modified xsi:type="dcterms:W3CDTF">2026-05-29T22:58:52Z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689301-32b1-463b-ba86-10202492460a_Enabled">
    <vt:lpwstr>true</vt:lpwstr>
  </property>
  <property fmtid="{D5CDD505-2E9C-101B-9397-08002B2CF9AE}" pid="3" name="MSIP_Label_d0689301-32b1-463b-ba86-10202492460a_SetDate">
    <vt:lpwstr>2026-04-24T21:29:53Z</vt:lpwstr>
  </property>
  <property fmtid="{D5CDD505-2E9C-101B-9397-08002B2CF9AE}" pid="4" name="MSIP_Label_d0689301-32b1-463b-ba86-10202492460a_Method">
    <vt:lpwstr>Standard</vt:lpwstr>
  </property>
  <property fmtid="{D5CDD505-2E9C-101B-9397-08002B2CF9AE}" pid="5" name="MSIP_Label_d0689301-32b1-463b-ba86-10202492460a_Name">
    <vt:lpwstr>defa4170-0d19-0005-0003-bc88714345d2</vt:lpwstr>
  </property>
  <property fmtid="{D5CDD505-2E9C-101B-9397-08002B2CF9AE}" pid="6" name="MSIP_Label_d0689301-32b1-463b-ba86-10202492460a_SiteId">
    <vt:lpwstr>810c295f-e817-4c4e-8996-9b66369b8012</vt:lpwstr>
  </property>
  <property fmtid="{D5CDD505-2E9C-101B-9397-08002B2CF9AE}" pid="7" name="MSIP_Label_d0689301-32b1-463b-ba86-10202492460a_ActionId">
    <vt:lpwstr>4150d6b6-a448-416b-8901-09f0bbf6dc91</vt:lpwstr>
  </property>
  <property fmtid="{D5CDD505-2E9C-101B-9397-08002B2CF9AE}" pid="8" name="MSIP_Label_d0689301-32b1-463b-ba86-10202492460a_ContentBits">
    <vt:lpwstr>0</vt:lpwstr>
  </property>
  <property fmtid="{D5CDD505-2E9C-101B-9397-08002B2CF9AE}" pid="9" name="MSIP_Label_d0689301-32b1-463b-ba86-10202492460a_Tag">
    <vt:lpwstr>50, 3, 0, 1</vt:lpwstr>
  </property>
</Properties>
</file>