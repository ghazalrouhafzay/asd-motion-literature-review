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995"/>
    <p:restoredTop sz="94695"/>
  </p:normalViewPr>
  <p:slideViewPr>
    <p:cSldViewPr snapToGrid="0">
      <p:cViewPr>
        <p:scale>
          <a:sx n="114" d="100"/>
          <a:sy n="114" d="100"/>
        </p:scale>
        <p:origin x="-1096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AADE-2915-56E0-B238-E0CBDE940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01CA-B8BD-3E8D-FDEF-2A624BD72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3B788-3ED5-E22A-6DB8-692B11E0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4C36-71DC-A11E-CAF0-292571C6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461DC-D80D-5C10-4A3E-477B1673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645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BE33-9E91-AB0D-61F2-FE8D3BB0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93917-AB67-5CAB-2B90-ECFB62F5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ECEB-D2C7-6065-681A-8D044746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86E1-CED7-746A-3D55-D37C1475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9C67-7D45-F6C3-D0AF-C84EC434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702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787B-97F9-4E9C-A710-BB80BE63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5F73-CCB6-1AE4-1536-46E8B77A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9234-1B0A-03BE-4AE6-1003350C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7381-F4A6-48AE-B838-77100D2B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87E9-C46F-0838-D15E-CC78B8B6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93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6912-3A42-C792-2CCC-10FFB50F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8BD2-7BF0-A654-EBDB-5B41CF33B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E6451-E621-9221-D9E3-5B30DEEAF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517D2-D326-BB8F-E90D-EE69A214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E10B-34C9-8EE1-A6B9-C0577381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BFA17-4699-6396-AAB4-8188351B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916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6005-493B-8F8F-EE5E-29C67F198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CBF6-6991-F9D4-26BF-FDB48CBA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6E129-5055-8139-A156-D4AEAB7D0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1845-00DC-7A9E-DE65-4063100BC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F302C-11DE-FBD2-F309-3C212C84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848F8-A957-C583-1E48-D173D561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B8EA8-4894-96DB-4308-87CD11CF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DF719-23F0-0C3D-F758-CD0CA253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83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0273-FAD4-52A5-248E-DA6BBE8B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B7160-EF94-2999-B50E-19E0DBBB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D077A-C09B-6BC7-F160-BCC5988A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F996-1BDD-37B3-01A5-E94DA857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15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3337E-7B8D-2DDB-625E-8C8128DB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EF40B-34B7-24BD-F148-65075C3A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F1E3-8405-3980-BA9F-0579A71F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856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8097-C5B9-7F45-A310-B1E2BEBB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F562-26C7-7D42-44A3-3E5E63D4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876CC-264B-1A25-F7EF-948F2D41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9181-9299-8759-5BB5-C8F149E9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EE60E-846F-954D-1524-3F173DD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D876D-FE69-D24A-1A53-2310F850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903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6AE7-DE50-DEA4-32D5-EAA7353B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65E1F-239E-5BC9-DB33-7A10D367E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EBAB0-6B05-27E1-18F4-3DD4C230B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D3CC4-E248-8DFF-7225-30B9830D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CBCE2-2A4C-4186-90A3-AC56DF41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754C2-43B1-ACC3-C181-0ACAA31C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10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FE3-6458-C441-49B5-BBBD6E69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6D368-3CF4-F407-95D9-F19533EE8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C5147-7B09-CC43-0FA3-54E3A59E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B42F-4237-524B-C52B-B732355D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9093-1857-803C-A34E-912B0827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7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E2B38-57C2-B0B9-D024-72449FE37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A45C0-0413-D74A-D369-36E1BEE54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C6C0C-C9B3-8445-2997-9458F667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6778-FF1D-0F78-95A7-31990EF4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1B120-BCCA-B214-6E5E-55DA972C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52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620A5-3C18-3CA9-6D19-DBC56DE8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788AC-6DBB-413C-C0B6-996E9CA8D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F2D20-FAC9-002B-2490-711910F53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39447-30EC-4088-A437-3A6526CACD31}" type="datetimeFigureOut">
              <a:rPr lang="en-CA" smtClean="0"/>
              <a:t>2026-04-20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5C81-1E5A-9851-96B4-591C420E2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795F2-7A3F-6AF2-D69C-ABF90E43B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466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A25F7B-1EAB-DC8B-5CBF-A12828297434}"/>
              </a:ext>
            </a:extLst>
          </p:cNvPr>
          <p:cNvSpPr/>
          <p:nvPr/>
        </p:nvSpPr>
        <p:spPr>
          <a:xfrm>
            <a:off x="2825796" y="632557"/>
            <a:ext cx="6214610" cy="3540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B01835-0015-55E2-15DB-1911B8E34423}"/>
              </a:ext>
            </a:extLst>
          </p:cNvPr>
          <p:cNvSpPr/>
          <p:nvPr/>
        </p:nvSpPr>
        <p:spPr>
          <a:xfrm>
            <a:off x="2825796" y="1064275"/>
            <a:ext cx="363072" cy="163986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6C3762-5364-E127-7460-4FAB72E5A81C}"/>
              </a:ext>
            </a:extLst>
          </p:cNvPr>
          <p:cNvSpPr/>
          <p:nvPr/>
        </p:nvSpPr>
        <p:spPr>
          <a:xfrm>
            <a:off x="2825796" y="3041759"/>
            <a:ext cx="363072" cy="2062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64BB6B-6F12-7805-EDA1-D3C6CBDA38F0}"/>
              </a:ext>
            </a:extLst>
          </p:cNvPr>
          <p:cNvSpPr/>
          <p:nvPr/>
        </p:nvSpPr>
        <p:spPr>
          <a:xfrm>
            <a:off x="2825796" y="5270955"/>
            <a:ext cx="363072" cy="997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F2CC2-49DE-2FD6-447D-03BD866C4CDE}"/>
              </a:ext>
            </a:extLst>
          </p:cNvPr>
          <p:cNvSpPr/>
          <p:nvPr/>
        </p:nvSpPr>
        <p:spPr>
          <a:xfrm>
            <a:off x="3408771" y="1099777"/>
            <a:ext cx="2295206" cy="1639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PubMed(search strategy 1): n=36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Scopus (search strategy 2): n=119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IEEE Xplore (search strategy 3): n=13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Total records identified: n=168</a:t>
            </a:r>
          </a:p>
          <a:p>
            <a:pPr algn="ctr"/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CE605-A272-61AE-6A94-5D0063B448D8}"/>
              </a:ext>
            </a:extLst>
          </p:cNvPr>
          <p:cNvSpPr/>
          <p:nvPr/>
        </p:nvSpPr>
        <p:spPr>
          <a:xfrm>
            <a:off x="3400584" y="3036779"/>
            <a:ext cx="2295206" cy="3498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screened on title and abstract: n=119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7EC90-FBDA-4E6A-AADE-F1E63527B7B7}"/>
              </a:ext>
            </a:extLst>
          </p:cNvPr>
          <p:cNvSpPr/>
          <p:nvPr/>
        </p:nvSpPr>
        <p:spPr>
          <a:xfrm>
            <a:off x="3400584" y="3713368"/>
            <a:ext cx="2295206" cy="48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Sought for retrieval: n=41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21275-861C-53C2-9661-0BE1FCD546F5}"/>
              </a:ext>
            </a:extLst>
          </p:cNvPr>
          <p:cNvSpPr/>
          <p:nvPr/>
        </p:nvSpPr>
        <p:spPr>
          <a:xfrm>
            <a:off x="3408771" y="4492753"/>
            <a:ext cx="2289069" cy="560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assessed for eligibility: n=41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064A6-0387-235A-5259-42A937B766F5}"/>
              </a:ext>
            </a:extLst>
          </p:cNvPr>
          <p:cNvSpPr/>
          <p:nvPr/>
        </p:nvSpPr>
        <p:spPr>
          <a:xfrm>
            <a:off x="3408771" y="5351250"/>
            <a:ext cx="2295206" cy="836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include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n=41</a:t>
            </a:r>
          </a:p>
          <a:p>
            <a:pPr algn="ctr"/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73045-30E7-5E21-B32A-B0A7A1512EB0}"/>
              </a:ext>
            </a:extLst>
          </p:cNvPr>
          <p:cNvSpPr/>
          <p:nvPr/>
        </p:nvSpPr>
        <p:spPr>
          <a:xfrm>
            <a:off x="6757373" y="4373187"/>
            <a:ext cx="2289069" cy="1148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Records excluded (n=78)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Not movement/gait related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Not ASD population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Review papers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 AI/ML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2D54E1-6158-5E16-3132-E728998EE396}"/>
              </a:ext>
            </a:extLst>
          </p:cNvPr>
          <p:cNvSpPr/>
          <p:nvPr/>
        </p:nvSpPr>
        <p:spPr>
          <a:xfrm>
            <a:off x="6753481" y="3684683"/>
            <a:ext cx="2295206" cy="552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not retrieved: n=0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E3406-2E80-6D06-9CAC-9826F512C413}"/>
              </a:ext>
            </a:extLst>
          </p:cNvPr>
          <p:cNvSpPr/>
          <p:nvPr/>
        </p:nvSpPr>
        <p:spPr>
          <a:xfrm>
            <a:off x="6745199" y="2939273"/>
            <a:ext cx="2295206" cy="552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Records excluded after title and abstract screening (including “maybe” verification): n=78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585289-AD3D-68A3-22BC-3263F54F0C09}"/>
              </a:ext>
            </a:extLst>
          </p:cNvPr>
          <p:cNvSpPr/>
          <p:nvPr/>
        </p:nvSpPr>
        <p:spPr>
          <a:xfrm>
            <a:off x="6745199" y="1335174"/>
            <a:ext cx="2295206" cy="817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Removed before screening: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Duplicate studies removed: </a:t>
            </a:r>
            <a:r>
              <a:rPr lang="en-CA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n=49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E88D90-3451-A560-EB3F-36C7D5B159E7}"/>
              </a:ext>
            </a:extLst>
          </p:cNvPr>
          <p:cNvCxnSpPr>
            <a:cxnSpLocks/>
          </p:cNvCxnSpPr>
          <p:nvPr/>
        </p:nvCxnSpPr>
        <p:spPr>
          <a:xfrm>
            <a:off x="4556374" y="2739644"/>
            <a:ext cx="0" cy="269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FFC9D5-79F6-7E32-DC2D-2C2F0D59A77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548187" y="3386583"/>
            <a:ext cx="0" cy="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75751F-313A-4E97-E631-089DDC69E64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548187" y="4199204"/>
            <a:ext cx="5119" cy="293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59A276-D3C9-CA6B-E260-CFCED9BDCA5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53306" y="5053261"/>
            <a:ext cx="3068" cy="297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E44263-0AE7-1EF6-731F-16840A8D112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703977" y="1736361"/>
            <a:ext cx="1041222" cy="7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898BA0-9ABC-4E33-8CB8-6FB5ADCA3D8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695790" y="3211681"/>
            <a:ext cx="1049409" cy="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1812E7-2A27-5E88-E985-702A264CF2AD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695790" y="3956286"/>
            <a:ext cx="1057691" cy="4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4E2DDE-AD26-BDC7-BCEB-1CDAA0B3E74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697840" y="4773007"/>
            <a:ext cx="1042245" cy="8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6F43E7-F795-F492-4359-6E276345811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890756" y="2159655"/>
            <a:ext cx="2046" cy="779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0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157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asal rouhafzay</dc:creator>
  <cp:lastModifiedBy>Imane Rachidi</cp:lastModifiedBy>
  <cp:revision>50</cp:revision>
  <dcterms:created xsi:type="dcterms:W3CDTF">2024-05-09T11:53:06Z</dcterms:created>
  <dcterms:modified xsi:type="dcterms:W3CDTF">2026-04-20T20:05:44Z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2026-03-05T22:00:37Z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f09d915b-56e5-4788-ab08-d2d8046cc98a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10, 3, 0, 1</vt:lpwstr>
  </property>
</Properties>
</file>