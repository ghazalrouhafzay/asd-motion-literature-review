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37CD0"/>
    <a:srgbClr val="EBE3FF"/>
    <a:srgbClr val="E5B8EC"/>
    <a:srgbClr val="F8ECFF"/>
    <a:srgbClr val="EFC4E5"/>
    <a:srgbClr val="F4A0E2"/>
    <a:srgbClr val="EDCCEB"/>
    <a:srgbClr val="F5C3FF"/>
    <a:srgbClr val="D8FFF0"/>
    <a:srgbClr val="FFEE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62"/>
    <p:restoredTop sz="94652"/>
  </p:normalViewPr>
  <p:slideViewPr>
    <p:cSldViewPr snapToGrid="0">
      <p:cViewPr varScale="1">
        <p:scale>
          <a:sx n="100" d="100"/>
          <a:sy n="100" d="100"/>
        </p:scale>
        <p:origin x="3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2B124-5623-7248-9441-6E67E0A4E2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D7E61D-89D0-2223-E2D5-6D7F9015D9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F517F-1330-9E67-E077-81E96D2BB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E1D35-4B06-6357-CFCE-36BFC5AA8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5E355-BA13-387C-0419-7FA0A1BE5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003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2FD06-B51E-FB31-5A60-6B9132D95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A405E-CB76-DCFD-A7F0-0DEBAA473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43FED-52A2-1AE6-D4A2-115B29391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28C7EC-CE1C-77D4-CB9F-6C818A651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5D09E-A7FA-6FC5-C998-AB81C02A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859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87237-5B94-CDCE-15F4-78CE9721D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9CF61D-F10B-2D47-4D25-596E0F16A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7AA55-87BA-A530-901D-1029400BA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AF45B-71DC-C1DB-E3AF-EB7FEAB25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9A529-B28B-08D5-BC57-683ECBDDA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728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BC83C-7282-A516-40F0-00DC66A58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BD4FC-F520-7504-3AE3-0E49D33BDB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A062FC-E38E-13A1-1235-8D3E30D3B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B99D2B-14F0-BEB0-51F6-9BAE0E4F1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01336C-9C1F-F3BD-A3C8-ABEDDE6BB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59E9C3-90DA-B9FF-15BC-77A0CA29C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836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7400F-25B5-3D32-0EC1-A8B0912A1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77204-FD62-96A7-A2CA-7BD127B3A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ED904A-624C-1823-3267-3E0195DD3A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AEA57B-31E0-D0C6-0CA8-DC7B07CEFB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AE6877-2BD8-2B68-31D6-C5BCF95DD4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2B741E-87A1-4F9D-0B99-79AAB5D5B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FE53C7-CE94-7247-5625-8CB02F71B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CEF931-3201-86DA-83F2-379D8ECB1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03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28DF8-C429-A9A7-4339-619B8E5EC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70F49C-1D5A-CD76-1762-D94BB3E2E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9962AC-249B-A817-E5D5-80507091F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1FD185-E366-FE73-E4EE-BBEC6A0D3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103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AD70EC-5EA2-21EB-9BDF-E85A931B4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4/27/26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A68067-6A65-BE94-361C-7D88E4075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D9661-7B91-DDF8-EE57-7E3DDAC8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856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5FF85-5210-7AF8-34F8-6D5E564B3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17BF2-1FF4-B99C-2B8D-58960CD7F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74E559-33A3-E39C-2CE4-AF9D3CE07A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7F4CC9-8FC8-86AA-78B5-E0ADC0C97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3CD77B-5D91-75FC-874D-DAC524A23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8F8369-CF67-C743-364B-BC51F2F0D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581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FB56E-A38F-33AC-702A-F694C81D5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D4592C-B54F-998A-8041-EC727308AE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03B44D-C09B-F5E8-96AB-735B9BB400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C454E9-4490-E2B4-F55C-2244F12A5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0BD6A1-84A4-EE80-E469-6DB236179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5327B8-74D8-53F4-B052-04B0CD93B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264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32B59-72B1-C77D-8A0F-808821D4B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E0C936-AAF5-3189-C918-2486551B11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E175E-8C56-3202-6FE2-EFEA4E1AF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12DDF-04A4-5CC0-7781-C84E547CF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04E63-CD85-0B14-EEEB-C1400680F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252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BB4C39-477C-0E9E-FD64-7A880A4BF8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99F97A-94C9-AAB0-B8D7-0BC6C88A0F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AB900-357D-E9F4-D336-B97B9BD1C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9F8DB-E94E-CAFF-5F8B-9CB7E5700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72325-7397-22C8-6BAA-0DBB73CD8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188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3327B1-9F2B-EF2A-62B2-973E86B48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244882-C940-F8ED-0693-852BE4218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38A10-F06D-2046-78C9-464D3182F7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6962AE-BCF6-3F40-9B2D-A85B2E8D418A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DB16A-FA11-CDDA-18BC-9577CCFCBE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0C126-0673-0447-DB98-B6DD2101C3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048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3">
            <a:extLst>
              <a:ext uri="{FF2B5EF4-FFF2-40B4-BE49-F238E27FC236}">
                <a16:creationId xmlns:a16="http://schemas.microsoft.com/office/drawing/2014/main" id="{C63E0616-E7BD-0E8B-9279-86FD9334F783}"/>
              </a:ext>
            </a:extLst>
          </p:cNvPr>
          <p:cNvSpPr/>
          <p:nvPr/>
        </p:nvSpPr>
        <p:spPr>
          <a:xfrm>
            <a:off x="1035096" y="190277"/>
            <a:ext cx="273004" cy="2248592"/>
          </a:xfrm>
          <a:prstGeom prst="roundRect">
            <a:avLst/>
          </a:prstGeom>
          <a:solidFill>
            <a:srgbClr val="F8ECFF"/>
          </a:solidFill>
          <a:ln>
            <a:solidFill>
              <a:srgbClr val="EDCCEB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Identification</a:t>
            </a:r>
            <a:endParaRPr lang="en-CA" sz="1600" b="1" dirty="0"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4">
            <a:extLst>
              <a:ext uri="{FF2B5EF4-FFF2-40B4-BE49-F238E27FC236}">
                <a16:creationId xmlns:a16="http://schemas.microsoft.com/office/drawing/2014/main" id="{23F1B7DC-AA00-70D7-8D0B-6585F54980D9}"/>
              </a:ext>
            </a:extLst>
          </p:cNvPr>
          <p:cNvSpPr/>
          <p:nvPr/>
        </p:nvSpPr>
        <p:spPr>
          <a:xfrm>
            <a:off x="1035096" y="2529604"/>
            <a:ext cx="273004" cy="2735123"/>
          </a:xfrm>
          <a:prstGeom prst="roundRect">
            <a:avLst/>
          </a:prstGeom>
          <a:solidFill>
            <a:srgbClr val="FCFFE5"/>
          </a:solidFill>
          <a:ln>
            <a:solidFill>
              <a:srgbClr val="FFEEB7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Screening</a:t>
            </a:r>
          </a:p>
        </p:txBody>
      </p:sp>
      <p:sp>
        <p:nvSpPr>
          <p:cNvPr id="10" name="Rectangle: Rounded Corners 5">
            <a:extLst>
              <a:ext uri="{FF2B5EF4-FFF2-40B4-BE49-F238E27FC236}">
                <a16:creationId xmlns:a16="http://schemas.microsoft.com/office/drawing/2014/main" id="{4BD00757-67CE-F50F-DC4F-53E1A81CA46D}"/>
              </a:ext>
            </a:extLst>
          </p:cNvPr>
          <p:cNvSpPr/>
          <p:nvPr/>
        </p:nvSpPr>
        <p:spPr>
          <a:xfrm>
            <a:off x="1035096" y="5380635"/>
            <a:ext cx="273004" cy="1208570"/>
          </a:xfrm>
          <a:prstGeom prst="roundRect">
            <a:avLst/>
          </a:prstGeom>
          <a:solidFill>
            <a:srgbClr val="E2FFDD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600" b="1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Including</a:t>
            </a:r>
          </a:p>
        </p:txBody>
      </p:sp>
      <p:sp>
        <p:nvSpPr>
          <p:cNvPr id="11" name="Rectangle: Rounded Corners 2">
            <a:extLst>
              <a:ext uri="{FF2B5EF4-FFF2-40B4-BE49-F238E27FC236}">
                <a16:creationId xmlns:a16="http://schemas.microsoft.com/office/drawing/2014/main" id="{419E4F68-E271-B0E3-F095-3FA2D1D41CFC}"/>
              </a:ext>
            </a:extLst>
          </p:cNvPr>
          <p:cNvSpPr/>
          <p:nvPr/>
        </p:nvSpPr>
        <p:spPr>
          <a:xfrm>
            <a:off x="1543096" y="190278"/>
            <a:ext cx="5966068" cy="472425"/>
          </a:xfrm>
          <a:prstGeom prst="roundRect">
            <a:avLst/>
          </a:prstGeom>
          <a:solidFill>
            <a:srgbClr val="EBE3FF"/>
          </a:solidFill>
          <a:ln>
            <a:solidFill>
              <a:srgbClr val="837C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Identification of studies through electronic databases.</a:t>
            </a:r>
            <a:endParaRPr lang="en-CA" sz="1600" b="1" dirty="0"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3" name="Rectangle: Rounded Corners 2">
            <a:extLst>
              <a:ext uri="{FF2B5EF4-FFF2-40B4-BE49-F238E27FC236}">
                <a16:creationId xmlns:a16="http://schemas.microsoft.com/office/drawing/2014/main" id="{0F45C6B4-AAC9-0740-FE39-15D3E0969EEB}"/>
              </a:ext>
            </a:extLst>
          </p:cNvPr>
          <p:cNvSpPr/>
          <p:nvPr/>
        </p:nvSpPr>
        <p:spPr>
          <a:xfrm>
            <a:off x="7744160" y="190277"/>
            <a:ext cx="3412744" cy="472425"/>
          </a:xfrm>
          <a:prstGeom prst="roundRect">
            <a:avLst/>
          </a:prstGeom>
          <a:solidFill>
            <a:srgbClr val="EBE3FF"/>
          </a:solidFill>
          <a:ln>
            <a:solidFill>
              <a:srgbClr val="837C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Manual identification</a:t>
            </a:r>
            <a:endParaRPr lang="en-CA" sz="1600" b="1" dirty="0"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5" name="Rectangle: Rounded Corners 3">
            <a:extLst>
              <a:ext uri="{FF2B5EF4-FFF2-40B4-BE49-F238E27FC236}">
                <a16:creationId xmlns:a16="http://schemas.microsoft.com/office/drawing/2014/main" id="{6447B4B7-2F81-785A-4CEF-08268C3FC42D}"/>
              </a:ext>
            </a:extLst>
          </p:cNvPr>
          <p:cNvSpPr/>
          <p:nvPr/>
        </p:nvSpPr>
        <p:spPr>
          <a:xfrm rot="5400000">
            <a:off x="2191900" y="314604"/>
            <a:ext cx="1401895" cy="2520109"/>
          </a:xfrm>
          <a:prstGeom prst="roundRect">
            <a:avLst/>
          </a:prstGeom>
          <a:solidFill>
            <a:srgbClr val="F8ECFF"/>
          </a:solidFill>
          <a:ln>
            <a:solidFill>
              <a:srgbClr val="EDCCEB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CA" sz="1200" dirty="0">
              <a:solidFill>
                <a:schemeClr val="tx1"/>
              </a:solidFill>
              <a:latin typeface="+mj-lt"/>
              <a:cs typeface="Times New Roman"/>
            </a:endParaRP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Studies identified from</a:t>
            </a: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PubMed(search strategy 1): n=36</a:t>
            </a: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Studies identified from </a:t>
            </a: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Scopus (search strategy 2): n=119</a:t>
            </a: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Studies identified from </a:t>
            </a: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 IEEE Xplore (search strategy 3): n=13</a:t>
            </a:r>
            <a:endParaRPr lang="en-CA" sz="1200" dirty="0"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Total records identified: n=168 </a:t>
            </a:r>
          </a:p>
          <a:p>
            <a:pPr algn="ctr"/>
            <a:endParaRPr lang="en-CA" sz="1100" b="1" dirty="0"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8" name="Rectangle: Rounded Corners 3">
            <a:extLst>
              <a:ext uri="{FF2B5EF4-FFF2-40B4-BE49-F238E27FC236}">
                <a16:creationId xmlns:a16="http://schemas.microsoft.com/office/drawing/2014/main" id="{D66179B6-EF87-A9B5-A7DA-1B6D2E9D38A6}"/>
              </a:ext>
            </a:extLst>
          </p:cNvPr>
          <p:cNvSpPr/>
          <p:nvPr/>
        </p:nvSpPr>
        <p:spPr>
          <a:xfrm rot="5400000">
            <a:off x="5614960" y="317312"/>
            <a:ext cx="962071" cy="2520109"/>
          </a:xfrm>
          <a:prstGeom prst="roundRect">
            <a:avLst/>
          </a:prstGeom>
          <a:solidFill>
            <a:srgbClr val="F8ECFF"/>
          </a:solidFill>
          <a:ln>
            <a:solidFill>
              <a:srgbClr val="EDCCEB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Studies Removed before screening:</a:t>
            </a: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Duplicate studies removed: n=50</a:t>
            </a:r>
          </a:p>
        </p:txBody>
      </p:sp>
      <p:sp>
        <p:nvSpPr>
          <p:cNvPr id="19" name="Rectangle: Rounded Corners 3">
            <a:extLst>
              <a:ext uri="{FF2B5EF4-FFF2-40B4-BE49-F238E27FC236}">
                <a16:creationId xmlns:a16="http://schemas.microsoft.com/office/drawing/2014/main" id="{914BFAA8-8367-9BF9-6385-127C81892937}"/>
              </a:ext>
            </a:extLst>
          </p:cNvPr>
          <p:cNvSpPr/>
          <p:nvPr/>
        </p:nvSpPr>
        <p:spPr>
          <a:xfrm rot="5400000">
            <a:off x="9078674" y="208407"/>
            <a:ext cx="743712" cy="2732503"/>
          </a:xfrm>
          <a:prstGeom prst="roundRect">
            <a:avLst/>
          </a:prstGeom>
          <a:solidFill>
            <a:srgbClr val="F8ECFF"/>
          </a:solidFill>
          <a:ln>
            <a:solidFill>
              <a:srgbClr val="EDCCEB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Records identified from citation searching</a:t>
            </a: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n = 0</a:t>
            </a:r>
          </a:p>
        </p:txBody>
      </p:sp>
      <p:sp>
        <p:nvSpPr>
          <p:cNvPr id="20" name="Rectangle: Rounded Corners 4">
            <a:extLst>
              <a:ext uri="{FF2B5EF4-FFF2-40B4-BE49-F238E27FC236}">
                <a16:creationId xmlns:a16="http://schemas.microsoft.com/office/drawing/2014/main" id="{51A3751D-653F-60BF-488F-CDA2913150BE}"/>
              </a:ext>
            </a:extLst>
          </p:cNvPr>
          <p:cNvSpPr/>
          <p:nvPr/>
        </p:nvSpPr>
        <p:spPr>
          <a:xfrm rot="5400000">
            <a:off x="2633645" y="1640703"/>
            <a:ext cx="518395" cy="2520109"/>
          </a:xfrm>
          <a:prstGeom prst="roundRect">
            <a:avLst/>
          </a:prstGeom>
          <a:solidFill>
            <a:srgbClr val="FCFFE5"/>
          </a:solidFill>
          <a:ln>
            <a:solidFill>
              <a:srgbClr val="FFEEB7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Studies screened on title and abstract: n=118</a:t>
            </a:r>
            <a:endParaRPr lang="en-CA" sz="1200" dirty="0"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1" name="Rectangle: Rounded Corners 4">
            <a:extLst>
              <a:ext uri="{FF2B5EF4-FFF2-40B4-BE49-F238E27FC236}">
                <a16:creationId xmlns:a16="http://schemas.microsoft.com/office/drawing/2014/main" id="{65A1A7B5-7E53-8CD4-BEAD-0FF76C80B10B}"/>
              </a:ext>
            </a:extLst>
          </p:cNvPr>
          <p:cNvSpPr/>
          <p:nvPr/>
        </p:nvSpPr>
        <p:spPr>
          <a:xfrm rot="5400000">
            <a:off x="2633644" y="2525053"/>
            <a:ext cx="518397" cy="2520109"/>
          </a:xfrm>
          <a:prstGeom prst="roundRect">
            <a:avLst/>
          </a:prstGeom>
          <a:solidFill>
            <a:srgbClr val="FCFFE5"/>
          </a:solidFill>
          <a:ln>
            <a:solidFill>
              <a:srgbClr val="FFEEB7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CA" sz="12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Studies Sought for retrieval: n=40</a:t>
            </a:r>
          </a:p>
          <a:p>
            <a:pPr algn="ctr"/>
            <a:endParaRPr lang="en-CA" sz="1200" dirty="0">
              <a:solidFill>
                <a:schemeClr val="tx1"/>
              </a:solidFill>
              <a:latin typeface="+mj-lt"/>
              <a:cs typeface="Times New Roman"/>
            </a:endParaRPr>
          </a:p>
        </p:txBody>
      </p:sp>
      <p:sp>
        <p:nvSpPr>
          <p:cNvPr id="22" name="Rectangle: Rounded Corners 4">
            <a:extLst>
              <a:ext uri="{FF2B5EF4-FFF2-40B4-BE49-F238E27FC236}">
                <a16:creationId xmlns:a16="http://schemas.microsoft.com/office/drawing/2014/main" id="{794DCC20-9165-604B-C6F1-E680077BC879}"/>
              </a:ext>
            </a:extLst>
          </p:cNvPr>
          <p:cNvSpPr/>
          <p:nvPr/>
        </p:nvSpPr>
        <p:spPr>
          <a:xfrm rot="5400000">
            <a:off x="2633643" y="3409404"/>
            <a:ext cx="518396" cy="2520109"/>
          </a:xfrm>
          <a:prstGeom prst="roundRect">
            <a:avLst/>
          </a:prstGeom>
          <a:solidFill>
            <a:srgbClr val="FCFFE5"/>
          </a:solidFill>
          <a:ln>
            <a:solidFill>
              <a:srgbClr val="FFEEB7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Studies assessed for eligibility: n=40</a:t>
            </a:r>
          </a:p>
        </p:txBody>
      </p:sp>
      <p:sp>
        <p:nvSpPr>
          <p:cNvPr id="23" name="Rectangle: Rounded Corners 4">
            <a:extLst>
              <a:ext uri="{FF2B5EF4-FFF2-40B4-BE49-F238E27FC236}">
                <a16:creationId xmlns:a16="http://schemas.microsoft.com/office/drawing/2014/main" id="{49BC337B-C25A-6A30-0F30-2E7E717BE7D5}"/>
              </a:ext>
            </a:extLst>
          </p:cNvPr>
          <p:cNvSpPr/>
          <p:nvPr/>
        </p:nvSpPr>
        <p:spPr>
          <a:xfrm rot="5400000">
            <a:off x="5756853" y="1643012"/>
            <a:ext cx="678276" cy="2520109"/>
          </a:xfrm>
          <a:prstGeom prst="roundRect">
            <a:avLst/>
          </a:prstGeom>
          <a:solidFill>
            <a:srgbClr val="FCFFE5"/>
          </a:solidFill>
          <a:ln>
            <a:solidFill>
              <a:srgbClr val="FFEEB7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Records excluded after title and abstract screening (including “maybe” verification): n=78</a:t>
            </a:r>
          </a:p>
        </p:txBody>
      </p:sp>
      <p:sp>
        <p:nvSpPr>
          <p:cNvPr id="24" name="Rectangle: Rounded Corners 4">
            <a:extLst>
              <a:ext uri="{FF2B5EF4-FFF2-40B4-BE49-F238E27FC236}">
                <a16:creationId xmlns:a16="http://schemas.microsoft.com/office/drawing/2014/main" id="{A57B7FD1-A671-7807-96A8-D6DE44222671}"/>
              </a:ext>
            </a:extLst>
          </p:cNvPr>
          <p:cNvSpPr/>
          <p:nvPr/>
        </p:nvSpPr>
        <p:spPr>
          <a:xfrm rot="5400000">
            <a:off x="5894340" y="2530974"/>
            <a:ext cx="403302" cy="2520109"/>
          </a:xfrm>
          <a:prstGeom prst="roundRect">
            <a:avLst/>
          </a:prstGeom>
          <a:solidFill>
            <a:srgbClr val="FCFFE5"/>
          </a:solidFill>
          <a:ln>
            <a:solidFill>
              <a:srgbClr val="FFEEB7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Studies not retrieved: n=0</a:t>
            </a:r>
            <a:endParaRPr lang="en-CA" sz="1200" dirty="0"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5" name="Rectangle: Rounded Corners 4">
            <a:extLst>
              <a:ext uri="{FF2B5EF4-FFF2-40B4-BE49-F238E27FC236}">
                <a16:creationId xmlns:a16="http://schemas.microsoft.com/office/drawing/2014/main" id="{DA4A1CD7-BEC4-ECC6-34CB-C657227FBB04}"/>
              </a:ext>
            </a:extLst>
          </p:cNvPr>
          <p:cNvSpPr/>
          <p:nvPr/>
        </p:nvSpPr>
        <p:spPr>
          <a:xfrm rot="5400000">
            <a:off x="5493259" y="3623614"/>
            <a:ext cx="1205465" cy="2520109"/>
          </a:xfrm>
          <a:prstGeom prst="roundRect">
            <a:avLst/>
          </a:prstGeom>
          <a:solidFill>
            <a:srgbClr val="FCFFE5"/>
          </a:solidFill>
          <a:ln>
            <a:solidFill>
              <a:srgbClr val="FFEEB7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Records excluded (n=78)</a:t>
            </a:r>
            <a:b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</a:br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Reasons:</a:t>
            </a:r>
            <a:b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</a:br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- Not movement/gait related</a:t>
            </a:r>
            <a:b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</a:br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- Not ASD population</a:t>
            </a:r>
            <a:b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</a:br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- Review papers</a:t>
            </a:r>
            <a:b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</a:br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- No AI/ML</a:t>
            </a:r>
          </a:p>
        </p:txBody>
      </p:sp>
      <p:sp>
        <p:nvSpPr>
          <p:cNvPr id="26" name="Rectangle: Rounded Corners 4">
            <a:extLst>
              <a:ext uri="{FF2B5EF4-FFF2-40B4-BE49-F238E27FC236}">
                <a16:creationId xmlns:a16="http://schemas.microsoft.com/office/drawing/2014/main" id="{21AC204B-4E9B-5A6D-46F1-E856452AFDBB}"/>
              </a:ext>
            </a:extLst>
          </p:cNvPr>
          <p:cNvSpPr/>
          <p:nvPr/>
        </p:nvSpPr>
        <p:spPr>
          <a:xfrm rot="5400000">
            <a:off x="9247309" y="1453013"/>
            <a:ext cx="406440" cy="2732504"/>
          </a:xfrm>
          <a:prstGeom prst="roundRect">
            <a:avLst/>
          </a:prstGeom>
          <a:solidFill>
            <a:srgbClr val="FCFFE5"/>
          </a:solidFill>
          <a:ln>
            <a:solidFill>
              <a:srgbClr val="FFEEB7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Titles screened n = 0</a:t>
            </a:r>
          </a:p>
        </p:txBody>
      </p:sp>
      <p:sp>
        <p:nvSpPr>
          <p:cNvPr id="27" name="Rectangle: Rounded Corners 4">
            <a:extLst>
              <a:ext uri="{FF2B5EF4-FFF2-40B4-BE49-F238E27FC236}">
                <a16:creationId xmlns:a16="http://schemas.microsoft.com/office/drawing/2014/main" id="{DD4BFCB2-9B12-542F-9665-1AE059BA7E50}"/>
              </a:ext>
            </a:extLst>
          </p:cNvPr>
          <p:cNvSpPr/>
          <p:nvPr/>
        </p:nvSpPr>
        <p:spPr>
          <a:xfrm rot="5400000">
            <a:off x="9248880" y="2269620"/>
            <a:ext cx="403305" cy="2732497"/>
          </a:xfrm>
          <a:prstGeom prst="roundRect">
            <a:avLst/>
          </a:prstGeom>
          <a:solidFill>
            <a:srgbClr val="FCFFE5"/>
          </a:solidFill>
          <a:ln>
            <a:solidFill>
              <a:srgbClr val="FFEEB7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Abstracts screened n = 0</a:t>
            </a:r>
          </a:p>
        </p:txBody>
      </p:sp>
      <p:sp>
        <p:nvSpPr>
          <p:cNvPr id="28" name="Rectangle: Rounded Corners 4">
            <a:extLst>
              <a:ext uri="{FF2B5EF4-FFF2-40B4-BE49-F238E27FC236}">
                <a16:creationId xmlns:a16="http://schemas.microsoft.com/office/drawing/2014/main" id="{0B42C288-472D-CFAA-7E35-D00915573209}"/>
              </a:ext>
            </a:extLst>
          </p:cNvPr>
          <p:cNvSpPr/>
          <p:nvPr/>
        </p:nvSpPr>
        <p:spPr>
          <a:xfrm rot="5400000">
            <a:off x="9192701" y="3408036"/>
            <a:ext cx="518395" cy="2729763"/>
          </a:xfrm>
          <a:prstGeom prst="roundRect">
            <a:avLst/>
          </a:prstGeom>
          <a:solidFill>
            <a:srgbClr val="FCFFE5"/>
          </a:solidFill>
          <a:ln>
            <a:solidFill>
              <a:srgbClr val="FFEEB7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Full-text articles assessed for eligibility</a:t>
            </a: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n = 0</a:t>
            </a:r>
          </a:p>
        </p:txBody>
      </p:sp>
      <p:sp>
        <p:nvSpPr>
          <p:cNvPr id="29" name="Rectangle: Rounded Corners 5">
            <a:extLst>
              <a:ext uri="{FF2B5EF4-FFF2-40B4-BE49-F238E27FC236}">
                <a16:creationId xmlns:a16="http://schemas.microsoft.com/office/drawing/2014/main" id="{AC93148A-DF3F-9A15-7EA7-851F055C9680}"/>
              </a:ext>
            </a:extLst>
          </p:cNvPr>
          <p:cNvSpPr/>
          <p:nvPr/>
        </p:nvSpPr>
        <p:spPr>
          <a:xfrm rot="5400000">
            <a:off x="2542187" y="4793693"/>
            <a:ext cx="701308" cy="2520110"/>
          </a:xfrm>
          <a:prstGeom prst="roundRect">
            <a:avLst/>
          </a:prstGeom>
          <a:solidFill>
            <a:srgbClr val="E2FFDD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Studies included in review:</a:t>
            </a: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n=40</a:t>
            </a:r>
          </a:p>
        </p:txBody>
      </p:sp>
      <p:sp>
        <p:nvSpPr>
          <p:cNvPr id="30" name="Rectangle: Rounded Corners 5">
            <a:extLst>
              <a:ext uri="{FF2B5EF4-FFF2-40B4-BE49-F238E27FC236}">
                <a16:creationId xmlns:a16="http://schemas.microsoft.com/office/drawing/2014/main" id="{3285CF80-F3CC-FA0F-365F-98BE34D2BF76}"/>
              </a:ext>
            </a:extLst>
          </p:cNvPr>
          <p:cNvSpPr/>
          <p:nvPr/>
        </p:nvSpPr>
        <p:spPr>
          <a:xfrm rot="5400000">
            <a:off x="5743768" y="4840069"/>
            <a:ext cx="612799" cy="2428464"/>
          </a:xfrm>
          <a:prstGeom prst="roundRect">
            <a:avLst/>
          </a:prstGeom>
          <a:solidFill>
            <a:srgbClr val="E2FFDD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Total number of studies included in review: n = 40</a:t>
            </a:r>
          </a:p>
        </p:txBody>
      </p:sp>
      <p:sp>
        <p:nvSpPr>
          <p:cNvPr id="31" name="Rectangle: Rounded Corners 5">
            <a:extLst>
              <a:ext uri="{FF2B5EF4-FFF2-40B4-BE49-F238E27FC236}">
                <a16:creationId xmlns:a16="http://schemas.microsoft.com/office/drawing/2014/main" id="{2A1EE7B6-CB36-2037-C9DF-B993FA01CF47}"/>
              </a:ext>
            </a:extLst>
          </p:cNvPr>
          <p:cNvSpPr/>
          <p:nvPr/>
        </p:nvSpPr>
        <p:spPr>
          <a:xfrm rot="5400000">
            <a:off x="9145498" y="4689422"/>
            <a:ext cx="612800" cy="2729763"/>
          </a:xfrm>
          <a:prstGeom prst="roundRect">
            <a:avLst/>
          </a:prstGeom>
          <a:solidFill>
            <a:srgbClr val="E2FFDD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Studies included n = 0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44FAF74-3EE4-41B2-C3C9-3415EE81BFEC}"/>
              </a:ext>
            </a:extLst>
          </p:cNvPr>
          <p:cNvCxnSpPr>
            <a:stCxn id="15" idx="0"/>
            <a:endCxn id="18" idx="2"/>
          </p:cNvCxnSpPr>
          <p:nvPr/>
        </p:nvCxnSpPr>
        <p:spPr>
          <a:xfrm>
            <a:off x="4152902" y="1574659"/>
            <a:ext cx="683039" cy="27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8745D47-9795-5256-C175-A27E3CE5AEF5}"/>
              </a:ext>
            </a:extLst>
          </p:cNvPr>
          <p:cNvCxnSpPr>
            <a:stCxn id="15" idx="3"/>
            <a:endCxn id="20" idx="1"/>
          </p:cNvCxnSpPr>
          <p:nvPr/>
        </p:nvCxnSpPr>
        <p:spPr>
          <a:xfrm flipH="1">
            <a:off x="2892842" y="2275606"/>
            <a:ext cx="5" cy="3659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54FCD46-DC72-42D3-56E2-F19C92229EB5}"/>
              </a:ext>
            </a:extLst>
          </p:cNvPr>
          <p:cNvCxnSpPr>
            <a:stCxn id="20" idx="3"/>
            <a:endCxn id="21" idx="1"/>
          </p:cNvCxnSpPr>
          <p:nvPr/>
        </p:nvCxnSpPr>
        <p:spPr>
          <a:xfrm>
            <a:off x="2892842" y="3159955"/>
            <a:ext cx="0" cy="3659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D31CE55-0091-1EAB-5066-BBC704437C8A}"/>
              </a:ext>
            </a:extLst>
          </p:cNvPr>
          <p:cNvCxnSpPr>
            <a:stCxn id="21" idx="3"/>
            <a:endCxn id="22" idx="1"/>
          </p:cNvCxnSpPr>
          <p:nvPr/>
        </p:nvCxnSpPr>
        <p:spPr>
          <a:xfrm flipH="1">
            <a:off x="2892841" y="4044306"/>
            <a:ext cx="1" cy="365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DFB3292-7AF8-C2D4-3E0B-E26C3BAA3F1B}"/>
              </a:ext>
            </a:extLst>
          </p:cNvPr>
          <p:cNvCxnSpPr>
            <a:cxnSpLocks/>
            <a:stCxn id="22" idx="3"/>
            <a:endCxn id="29" idx="1"/>
          </p:cNvCxnSpPr>
          <p:nvPr/>
        </p:nvCxnSpPr>
        <p:spPr>
          <a:xfrm>
            <a:off x="2892841" y="4928657"/>
            <a:ext cx="0" cy="7744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BFBA8E5-6E17-79AA-D88C-7D079021B9CC}"/>
              </a:ext>
            </a:extLst>
          </p:cNvPr>
          <p:cNvCxnSpPr>
            <a:stCxn id="18" idx="3"/>
            <a:endCxn id="23" idx="1"/>
          </p:cNvCxnSpPr>
          <p:nvPr/>
        </p:nvCxnSpPr>
        <p:spPr>
          <a:xfrm flipH="1">
            <a:off x="6095991" y="2058402"/>
            <a:ext cx="4" cy="5055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348EE3B-9EC6-801E-769D-95DEDE62D4F5}"/>
              </a:ext>
            </a:extLst>
          </p:cNvPr>
          <p:cNvCxnSpPr>
            <a:stCxn id="20" idx="0"/>
            <a:endCxn id="23" idx="2"/>
          </p:cNvCxnSpPr>
          <p:nvPr/>
        </p:nvCxnSpPr>
        <p:spPr>
          <a:xfrm>
            <a:off x="4152897" y="2900758"/>
            <a:ext cx="683040" cy="23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D834E33-DA1D-5DEF-D4FD-9B019B3A3EA4}"/>
              </a:ext>
            </a:extLst>
          </p:cNvPr>
          <p:cNvCxnSpPr>
            <a:cxnSpLocks/>
            <a:stCxn id="21" idx="0"/>
            <a:endCxn id="24" idx="2"/>
          </p:cNvCxnSpPr>
          <p:nvPr/>
        </p:nvCxnSpPr>
        <p:spPr>
          <a:xfrm>
            <a:off x="4152897" y="3785108"/>
            <a:ext cx="683040" cy="5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040D6A9-4E80-08E1-42C3-18C58FF232AC}"/>
              </a:ext>
            </a:extLst>
          </p:cNvPr>
          <p:cNvCxnSpPr>
            <a:stCxn id="22" idx="0"/>
          </p:cNvCxnSpPr>
          <p:nvPr/>
        </p:nvCxnSpPr>
        <p:spPr>
          <a:xfrm>
            <a:off x="4152896" y="4669459"/>
            <a:ext cx="683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B7D192C-C68C-F623-A9AE-BB62320D9DCE}"/>
              </a:ext>
            </a:extLst>
          </p:cNvPr>
          <p:cNvCxnSpPr>
            <a:cxnSpLocks/>
            <a:stCxn id="19" idx="3"/>
            <a:endCxn id="26" idx="1"/>
          </p:cNvCxnSpPr>
          <p:nvPr/>
        </p:nvCxnSpPr>
        <p:spPr>
          <a:xfrm flipH="1">
            <a:off x="9450529" y="1946515"/>
            <a:ext cx="1" cy="669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9171068-63A9-E84A-13A1-ACF2E0365A8B}"/>
              </a:ext>
            </a:extLst>
          </p:cNvPr>
          <p:cNvCxnSpPr>
            <a:cxnSpLocks/>
            <a:stCxn id="26" idx="3"/>
            <a:endCxn id="27" idx="1"/>
          </p:cNvCxnSpPr>
          <p:nvPr/>
        </p:nvCxnSpPr>
        <p:spPr>
          <a:xfrm>
            <a:off x="9450529" y="3022485"/>
            <a:ext cx="3" cy="4117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715BA603-D170-1720-BBE1-A44A83048868}"/>
              </a:ext>
            </a:extLst>
          </p:cNvPr>
          <p:cNvCxnSpPr>
            <a:stCxn id="29" idx="0"/>
            <a:endCxn id="30" idx="2"/>
          </p:cNvCxnSpPr>
          <p:nvPr/>
        </p:nvCxnSpPr>
        <p:spPr>
          <a:xfrm>
            <a:off x="4152896" y="6053748"/>
            <a:ext cx="683040" cy="5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57B45FC1-26BE-45E4-CF04-70311014B6D1}"/>
              </a:ext>
            </a:extLst>
          </p:cNvPr>
          <p:cNvCxnSpPr>
            <a:stCxn id="27" idx="3"/>
            <a:endCxn id="28" idx="1"/>
          </p:cNvCxnSpPr>
          <p:nvPr/>
        </p:nvCxnSpPr>
        <p:spPr>
          <a:xfrm>
            <a:off x="9450532" y="3837521"/>
            <a:ext cx="1366" cy="6761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0ECDE86E-609D-ADDD-FAE4-62E0FF47E8EE}"/>
              </a:ext>
            </a:extLst>
          </p:cNvPr>
          <p:cNvCxnSpPr>
            <a:stCxn id="28" idx="3"/>
            <a:endCxn id="31" idx="1"/>
          </p:cNvCxnSpPr>
          <p:nvPr/>
        </p:nvCxnSpPr>
        <p:spPr>
          <a:xfrm>
            <a:off x="9451898" y="5032115"/>
            <a:ext cx="0" cy="7157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7E83E785-6BE3-EF48-3DD7-C84732513A37}"/>
              </a:ext>
            </a:extLst>
          </p:cNvPr>
          <p:cNvCxnSpPr>
            <a:stCxn id="31" idx="2"/>
            <a:endCxn id="30" idx="0"/>
          </p:cNvCxnSpPr>
          <p:nvPr/>
        </p:nvCxnSpPr>
        <p:spPr>
          <a:xfrm flipH="1" flipV="1">
            <a:off x="7264400" y="6054302"/>
            <a:ext cx="822617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6245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201</Words>
  <Application>Microsoft Macintosh PowerPoint</Application>
  <PresentationFormat>Widescreen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Imane Rachidi</dc:creator>
  <cp:lastModifiedBy>Imane Rachidi</cp:lastModifiedBy>
  <cp:revision>2</cp:revision>
  <dcterms:created xsi:type="dcterms:W3CDTF">2026-04-24T19:22:26Z</dcterms:created>
  <dcterms:modified xsi:type="dcterms:W3CDTF">2026-04-27T18:17:55Z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0689301-32b1-463b-ba86-10202492460a_Enabled">
    <vt:lpwstr>true</vt:lpwstr>
  </property>
  <property fmtid="{D5CDD505-2E9C-101B-9397-08002B2CF9AE}" pid="3" name="MSIP_Label_d0689301-32b1-463b-ba86-10202492460a_SetDate">
    <vt:lpwstr>2026-04-24T21:29:53Z</vt:lpwstr>
  </property>
  <property fmtid="{D5CDD505-2E9C-101B-9397-08002B2CF9AE}" pid="4" name="MSIP_Label_d0689301-32b1-463b-ba86-10202492460a_Method">
    <vt:lpwstr>Standard</vt:lpwstr>
  </property>
  <property fmtid="{D5CDD505-2E9C-101B-9397-08002B2CF9AE}" pid="5" name="MSIP_Label_d0689301-32b1-463b-ba86-10202492460a_Name">
    <vt:lpwstr>defa4170-0d19-0005-0003-bc88714345d2</vt:lpwstr>
  </property>
  <property fmtid="{D5CDD505-2E9C-101B-9397-08002B2CF9AE}" pid="6" name="MSIP_Label_d0689301-32b1-463b-ba86-10202492460a_SiteId">
    <vt:lpwstr>810c295f-e817-4c4e-8996-9b66369b8012</vt:lpwstr>
  </property>
  <property fmtid="{D5CDD505-2E9C-101B-9397-08002B2CF9AE}" pid="7" name="MSIP_Label_d0689301-32b1-463b-ba86-10202492460a_ActionId">
    <vt:lpwstr>4150d6b6-a448-416b-8901-09f0bbf6dc91</vt:lpwstr>
  </property>
  <property fmtid="{D5CDD505-2E9C-101B-9397-08002B2CF9AE}" pid="8" name="MSIP_Label_d0689301-32b1-463b-ba86-10202492460a_ContentBits">
    <vt:lpwstr>0</vt:lpwstr>
  </property>
  <property fmtid="{D5CDD505-2E9C-101B-9397-08002B2CF9AE}" pid="9" name="MSIP_Label_d0689301-32b1-463b-ba86-10202492460a_Tag">
    <vt:lpwstr>50, 3, 0, 1</vt:lpwstr>
  </property>
</Properties>
</file>